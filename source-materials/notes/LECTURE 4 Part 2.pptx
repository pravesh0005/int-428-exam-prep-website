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4030" r:id="rId2"/>
    <p:sldId id="403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235F0-B025-4530-BF49-D42F51848CEB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FF87B-046E-4CA7-BD8E-00FA5BB9D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898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EDCD0-26D1-0B1E-8DEA-F90BDB508D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911EB0-CFAC-239C-2072-2890A2487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E791D-454B-8609-D03D-0B4B80C9C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857FF-2B8E-4D34-AD62-141FDBC1EEC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84C67-7B9D-4A16-9CDC-29F9B9F4C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29291-6F0E-5267-D131-20C2D44E4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1635A-552E-4E76-8783-25DAE796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774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ECDBF-EF22-DD50-A46F-47F2F1B5A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E2BBF-B901-DAAE-813E-B60910F6A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3D620-AE88-AEB5-6E88-2CF9ECDE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857FF-2B8E-4D34-AD62-141FDBC1EEC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E30EB-0624-9C3D-8B5F-5C0920D11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6D76F-375C-DDC8-D081-97B3F96A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1635A-552E-4E76-8783-25DAE796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49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9C4A5-B4FA-3750-7F36-89AC9FAF9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D6EB0-123F-E0D4-7948-04F2C8AB3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9D1A0-EE86-F791-40E7-DD646BFB0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857FF-2B8E-4D34-AD62-141FDBC1EEC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4FEFA-F9BF-3EEE-E914-2228561F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3FD0D-D77F-8F1C-8546-65A845099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1635A-552E-4E76-8783-25DAE796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93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E4E6-6DC0-C3A1-9A3A-2ACAA54EF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9FA4D-1868-803C-882E-7D47BCFD62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72445-14FC-6C34-DD02-ED16EC9BB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72C2F-15EE-D445-1171-0D76A434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857FF-2B8E-4D34-AD62-141FDBC1EEC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C4019-D5CE-4EAB-0BDF-B811F6DAB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93599-2FB6-2D96-B1C7-E3FC0F02F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1635A-552E-4E76-8783-25DAE796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12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6F405-DA0E-1DB5-96BE-6EAF85D3C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E0416-885C-9413-1645-5D77F79CD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07FF2-9F15-8AB8-F182-641F0437E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A5F8E-0739-BE05-2BB9-E17E37FDEB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2EB766-82F8-E469-6A43-9592EA5D5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B98C6B-96DE-5198-97A0-6D63092F5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857FF-2B8E-4D34-AD62-141FDBC1EEC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2C19D0-08DF-625D-AD03-570B387AD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F6462-FFF9-06D4-7AE4-A65C2D8B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1635A-552E-4E76-8783-25DAE796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766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C8EB1-9D27-5CF9-3E4D-5B09450AD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8A6328-F7C9-397C-C051-3B479059B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857FF-2B8E-4D34-AD62-141FDBC1EEC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A6055-51E2-40AB-3117-B9D18E81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D5EB7-F8DF-09BF-B6CA-F71B8AB70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1635A-552E-4E76-8783-25DAE796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081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57931F-F0C0-8E26-ECA1-C066966F0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857FF-2B8E-4D34-AD62-141FDBC1EEC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334BAC-432F-E34A-2855-9439479C6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B613C-3222-59D7-7A69-6E0E0109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1635A-552E-4E76-8783-25DAE796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916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82E8D-2431-DB2F-BEBB-4B25FEBE5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1F2AD-E095-6AA0-BDCB-A61BE552D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C0BD9-F18F-16D9-2412-2BEAB1539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95BB7-692D-A8B6-1383-704552516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857FF-2B8E-4D34-AD62-141FDBC1EEC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6233B-C48D-F160-CBAA-E29FBE61F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AC439-BCFD-C5F5-A81E-850761EB8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1635A-552E-4E76-8783-25DAE796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274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59BB6-ED11-C868-3031-CD622E3A3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F43C4-4505-344C-721B-EC7A636BEC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A1A12-0FF5-F76A-6335-72D128FEB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92BF8-6B90-EE44-A8E9-79366E8F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857FF-2B8E-4D34-AD62-141FDBC1EEC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FACFA-0EFD-DB4C-C988-3D8A5A1D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409BB-0F82-A26E-A4CE-E78A6A649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1635A-552E-4E76-8783-25DAE796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816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3EE1F-55BB-A09D-4BD6-F58C2E9F0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B3B739-C65A-9DD2-8F9F-FDAEF6EA2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93FDA-6A27-2DAF-8163-30435051C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857FF-2B8E-4D34-AD62-141FDBC1EEC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FDFD6-97D6-245A-CCD2-88B1D06DD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E7D04-996C-893B-7E82-12C9AE216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1635A-552E-4E76-8783-25DAE796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66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E3216C-69C3-CD86-102C-7E04AE5476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85275-1558-3FFA-BF03-13EDC8033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73D2B-5FF7-D6B3-B6D0-1FA466222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857FF-2B8E-4D34-AD62-141FDBC1EEC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4AE41-EB08-7D2C-3340-9739A03CA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B5B95-5372-08FD-A7CC-43F4687E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1635A-552E-4E76-8783-25DAE796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40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92A212-B116-75C2-5C0B-98A5B0340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E6BE4-6644-3E1B-4760-8BF377DE3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6AA58-3674-30EA-CC37-052AA60DA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1857FF-2B8E-4D34-AD62-141FDBC1EEC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15A0-EF36-ED68-3935-0CFFBB7D2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9710E-A345-D49C-962F-CEE4128F4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1635A-552E-4E76-8783-25DAE796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08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748FB84-F963-40C2-A83D-6BC735A4F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873" y="1821872"/>
            <a:ext cx="5708073" cy="294957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BE0AE3-055D-4EBE-82DA-C5D0DB0E00EA}"/>
              </a:ext>
            </a:extLst>
          </p:cNvPr>
          <p:cNvSpPr txBox="1"/>
          <p:nvPr/>
        </p:nvSpPr>
        <p:spPr>
          <a:xfrm>
            <a:off x="8192655" y="4870737"/>
            <a:ext cx="1681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Grammarly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FA020D-9747-420B-9C87-060B40D3B2EF}"/>
              </a:ext>
            </a:extLst>
          </p:cNvPr>
          <p:cNvSpPr txBox="1"/>
          <p:nvPr/>
        </p:nvSpPr>
        <p:spPr>
          <a:xfrm>
            <a:off x="914400" y="621206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Grammar and Writing Improvement:</a:t>
            </a:r>
            <a:endParaRPr lang="en-IN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55D6CC-8F48-448B-A198-D7514563140C}"/>
              </a:ext>
            </a:extLst>
          </p:cNvPr>
          <p:cNvSpPr txBox="1"/>
          <p:nvPr/>
        </p:nvSpPr>
        <p:spPr>
          <a:xfrm>
            <a:off x="397164" y="1447352"/>
            <a:ext cx="53386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proofreading and error correction.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 and tone enhancement.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rephrasing for clarity.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762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61053A90-3F40-4D0A-99BD-238E9747E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97" y="2959219"/>
            <a:ext cx="5652531" cy="2879436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0D38B1-6363-4610-8E72-2165086CDC40}"/>
              </a:ext>
            </a:extLst>
          </p:cNvPr>
          <p:cNvSpPr txBox="1"/>
          <p:nvPr/>
        </p:nvSpPr>
        <p:spPr>
          <a:xfrm>
            <a:off x="1025236" y="591337"/>
            <a:ext cx="101415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Search Engines:</a:t>
            </a:r>
            <a:endParaRPr lang="en-IN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AE0472-8450-4831-9EEE-467322D74E55}"/>
              </a:ext>
            </a:extLst>
          </p:cNvPr>
          <p:cNvSpPr txBox="1"/>
          <p:nvPr/>
        </p:nvSpPr>
        <p:spPr>
          <a:xfrm>
            <a:off x="503381" y="6008616"/>
            <a:ext cx="5089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Perplexity</a:t>
            </a:r>
            <a:endParaRPr lang="en-IN" b="1" dirty="0"/>
          </a:p>
        </p:txBody>
      </p:sp>
      <p:pic>
        <p:nvPicPr>
          <p:cNvPr id="4100" name="Picture 4" descr="Google AI Overviews">
            <a:extLst>
              <a:ext uri="{FF2B5EF4-FFF2-40B4-BE49-F238E27FC236}">
                <a16:creationId xmlns:a16="http://schemas.microsoft.com/office/drawing/2014/main" id="{2407F3E5-D3C5-403C-9FD0-D553DFBFD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7674" y="2926830"/>
            <a:ext cx="5172362" cy="2944214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693E1C-5D7E-46BB-9F3F-001CD4B70FCB}"/>
              </a:ext>
            </a:extLst>
          </p:cNvPr>
          <p:cNvSpPr txBox="1"/>
          <p:nvPr/>
        </p:nvSpPr>
        <p:spPr>
          <a:xfrm>
            <a:off x="7850908" y="6008616"/>
            <a:ext cx="2872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AI Overviews 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E3CF93-E190-4889-984A-DB2F51F973C7}"/>
              </a:ext>
            </a:extLst>
          </p:cNvPr>
          <p:cNvSpPr txBox="1"/>
          <p:nvPr/>
        </p:nvSpPr>
        <p:spPr>
          <a:xfrm>
            <a:off x="849746" y="123766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query refinement.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search results.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information discovery.</a:t>
            </a:r>
          </a:p>
        </p:txBody>
      </p:sp>
    </p:spTree>
    <p:extLst>
      <p:ext uri="{BB962C8B-B14F-4D97-AF65-F5344CB8AC3E}">
        <p14:creationId xmlns:p14="http://schemas.microsoft.com/office/powerpoint/2010/main" val="2680185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Tarun Singh</dc:creator>
  <cp:lastModifiedBy>Tarun Singh</cp:lastModifiedBy>
  <cp:revision>2</cp:revision>
  <dcterms:created xsi:type="dcterms:W3CDTF">2026-01-27T05:53:27Z</dcterms:created>
  <dcterms:modified xsi:type="dcterms:W3CDTF">2026-01-27T05:54:21Z</dcterms:modified>
</cp:coreProperties>
</file>